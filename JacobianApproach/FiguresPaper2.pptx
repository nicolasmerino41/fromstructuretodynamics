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8000663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>
        <p:scale>
          <a:sx n="33" d="100"/>
          <a:sy n="33" d="100"/>
        </p:scale>
        <p:origin x="2067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5891626"/>
            <a:ext cx="15300564" cy="12533242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18908198"/>
            <a:ext cx="13500497" cy="8691601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0C1C-C83D-474D-A1C3-63BCAC07A245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0FA33-D84D-473E-8BD7-595FE46718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06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0C1C-C83D-474D-A1C3-63BCAC07A245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0FA33-D84D-473E-8BD7-595FE46718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4753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8974945"/>
            <a:ext cx="15525572" cy="14974888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24091502"/>
            <a:ext cx="15525572" cy="7874940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/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75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0C1C-C83D-474D-A1C3-63BCAC07A245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0FA33-D84D-473E-8BD7-595FE46718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567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9583264"/>
            <a:ext cx="7650282" cy="228415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9583264"/>
            <a:ext cx="7650282" cy="228415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0C1C-C83D-474D-A1C3-63BCAC07A245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0FA33-D84D-473E-8BD7-595FE46718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0409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916661"/>
            <a:ext cx="15525572" cy="695828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8824938"/>
            <a:ext cx="7615123" cy="4324966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13149904"/>
            <a:ext cx="7615123" cy="193415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8824938"/>
            <a:ext cx="7652626" cy="4324966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13149904"/>
            <a:ext cx="7652626" cy="193415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0C1C-C83D-474D-A1C3-63BCAC07A245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0FA33-D84D-473E-8BD7-595FE46718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200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0C1C-C83D-474D-A1C3-63BCAC07A245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0FA33-D84D-473E-8BD7-595FE46718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749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0C1C-C83D-474D-A1C3-63BCAC07A245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0FA33-D84D-473E-8BD7-595FE46718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468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2399982"/>
            <a:ext cx="5805682" cy="839993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5183304"/>
            <a:ext cx="9112836" cy="25583147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10799922"/>
            <a:ext cx="5805682" cy="20008190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0C1C-C83D-474D-A1C3-63BCAC07A245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0FA33-D84D-473E-8BD7-595FE46718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9597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2399982"/>
            <a:ext cx="5805682" cy="839993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5183304"/>
            <a:ext cx="9112836" cy="25583147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10799922"/>
            <a:ext cx="5805682" cy="20008190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0C1C-C83D-474D-A1C3-63BCAC07A245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0FA33-D84D-473E-8BD7-595FE46718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0135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0C1C-C83D-474D-A1C3-63BCAC07A245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0FA33-D84D-473E-8BD7-595FE46718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26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1916653"/>
            <a:ext cx="3881393" cy="3050811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1916653"/>
            <a:ext cx="11419171" cy="3050811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0C1C-C83D-474D-A1C3-63BCAC07A245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0FA33-D84D-473E-8BD7-595FE46718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9089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1916661"/>
            <a:ext cx="15525572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9583264"/>
            <a:ext cx="15525572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33366432"/>
            <a:ext cx="4050149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20C1C-C83D-474D-A1C3-63BCAC07A245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33366432"/>
            <a:ext cx="607522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33366432"/>
            <a:ext cx="4050149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0FA33-D84D-473E-8BD7-595FE46718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176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181A8C28-F956-43E9-9081-727510C68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256" y="10490721"/>
            <a:ext cx="13521419" cy="6850702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3AC71217-E71E-4E24-BB24-EEDB4D862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61" y="1944913"/>
            <a:ext cx="11491717" cy="827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4647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Merino</dc:creator>
  <cp:lastModifiedBy>Nicolas Merino</cp:lastModifiedBy>
  <cp:revision>1</cp:revision>
  <dcterms:created xsi:type="dcterms:W3CDTF">2025-12-16T20:13:18Z</dcterms:created>
  <dcterms:modified xsi:type="dcterms:W3CDTF">2025-12-16T20:20:21Z</dcterms:modified>
</cp:coreProperties>
</file>